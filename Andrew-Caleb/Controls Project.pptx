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5BCD-2715-36AC-7B10-7388D9EC1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41CA2-CB39-6E23-465F-F8584ABA3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FB52F-0F44-CA3C-40D4-DCE4B233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C6F89-4158-0745-B6AC-1120D2E4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D8DAA-9AD0-9D95-37A1-9330E2DA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4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CD34-C3A6-E8B3-B48C-1CDC6982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09F4B-7DB5-3DBB-5F0B-E4F23AA12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A1E49-EBAB-0596-F0DD-F960F779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44CE2-9A00-3414-0B3C-16E95C78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E7555-BB76-DC9F-94CB-CBDBFC63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2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62A1-88C6-FA7B-9C9D-58BA37BD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72860-D374-AC78-9A1F-4B7464DA9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235FF-29DC-E0D1-C87B-FCEE451F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03E3C-D4E6-89D9-4B59-24C93B4A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E7206-AC36-6CB9-2A8C-63CB65C6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4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E42F-2552-D400-DAF3-61E2FAC99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10E0A-8107-1099-9E92-024A7DB1E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4FA08-0E90-3ECD-F213-2A6BEEBBF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B32BC-4311-CCF6-39CA-DC4B214B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0A507-168F-C95C-302C-CF8746036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0BADE-7B85-739C-A72A-CCFAB77A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5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F57B-A2F5-EFE6-8842-7C1964BB3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803A8-D8C9-3D07-6128-497F11641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B707C-A8F2-59D9-785E-82E6DF92D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9F51D-72BC-8299-4CBA-A2E779A98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66E73-8A06-9960-BF9A-0174D654A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B8C6E-C813-E25D-7309-50470B6C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41220C-A599-192F-BD14-526D0495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27124-A847-24B4-BADB-59C974E6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0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B2E8-5001-B4C9-C518-F134C6E7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D5A83B-E2EF-78D3-E0B0-B37231FA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5547F-63F5-AED7-BDC7-33177876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066DF-0E23-8FA5-02EF-93496456C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6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752F9A-FC23-AC37-F890-45231968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F84A0-42AF-C69B-1BE2-3D6BEE8DB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D291D-7894-29EC-3415-91E55E79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5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FAFC5-683A-00AC-BAEE-A5AFAE53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7C18-7C93-BCF0-884F-B121F9022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AF1D-4A0D-D937-1B7B-4D7F31205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207A8-BD94-04E7-E321-92A9E916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AD8D3-9862-BA55-A161-9E677F79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7A6BD-B859-BF45-882D-1C99F8C0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73AD-0946-AE59-C285-69BD7ADF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EDF8E-5E0D-DBFC-42AC-F7A6B6AC6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B5792-7865-B1EE-CB37-47027FA1B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1FCC8-4920-F7BE-C27F-7E443BBB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2A4B9-6DF6-5AFC-F140-17A01BA13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2F54A-2AFD-2300-27AC-440C61A3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0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08AA-7EDE-3833-37B0-79917CE5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81B52-CEE6-5264-DA1E-D0204BDF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4A6C1-DB05-314B-5637-332BF16D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F83CF-E8EE-AF82-BF39-63EA8FDD4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46791-91F8-103F-9B61-CCB39D42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3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16B727-FE09-33E1-160A-F6C6A26D2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9A0E5-C257-F225-E1B1-9790018D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D668B-C4A1-BFE1-282F-D8A413E54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A493-C03A-C1A7-2132-272F3B2E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3C454-756A-EEAE-7E22-92B01984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9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7E17B-0CE6-EB66-B50F-29B23417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5660-E3E1-BDB0-F049-62B495028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2708D-1270-26E9-0884-0138AC11E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A92A3-0A3B-4FCE-BFCB-F4E0DCC8DF8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4FC3-DE87-67B0-6C17-C7DC9357C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B4FA1-5AD1-F5B1-8F70-185C3ACF1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8B49A-BF93-4CE6-BB5D-D25B0DD1C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1F82-A1DD-6A24-9D4F-8BD38AED2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ACEA4-9F01-DDA4-8371-B820792EB4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4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Douglass</dc:creator>
  <cp:lastModifiedBy>Caleb Douglass</cp:lastModifiedBy>
  <cp:revision>1</cp:revision>
  <dcterms:created xsi:type="dcterms:W3CDTF">2025-12-10T01:33:09Z</dcterms:created>
  <dcterms:modified xsi:type="dcterms:W3CDTF">2025-12-10T01:34:40Z</dcterms:modified>
</cp:coreProperties>
</file>